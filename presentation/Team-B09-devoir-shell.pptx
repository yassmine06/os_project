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Bugaki" charset="1" panose="00000000000000000000"/>
      <p:regular r:id="rId7"/>
    </p:embeddedFont>
    <p:embeddedFont>
      <p:font typeface="Montserrat Bold" charset="1" panose="00000800000000000000"/>
      <p:regular r:id="rId8"/>
    </p:embeddedFont>
    <p:embeddedFont>
      <p:font typeface="Germania One" charset="1" panose="020B07000202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https://github.com/YassMine06/os_project.gi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5995" y="23898"/>
            <a:ext cx="1487558" cy="1764244"/>
          </a:xfrm>
          <a:custGeom>
            <a:avLst/>
            <a:gdLst/>
            <a:ahLst/>
            <a:cxnLst/>
            <a:rect r="r" b="b" t="t" l="l"/>
            <a:pathLst>
              <a:path h="1764244" w="1487558">
                <a:moveTo>
                  <a:pt x="0" y="0"/>
                </a:moveTo>
                <a:lnTo>
                  <a:pt x="1487558" y="0"/>
                </a:lnTo>
                <a:lnTo>
                  <a:pt x="1487558" y="1764244"/>
                </a:lnTo>
                <a:lnTo>
                  <a:pt x="0" y="1764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675" y="123996"/>
            <a:ext cx="1438780" cy="1544999"/>
          </a:xfrm>
          <a:custGeom>
            <a:avLst/>
            <a:gdLst/>
            <a:ahLst/>
            <a:cxnLst/>
            <a:rect r="r" b="b" t="t" l="l"/>
            <a:pathLst>
              <a:path h="1544999" w="1438780">
                <a:moveTo>
                  <a:pt x="0" y="0"/>
                </a:moveTo>
                <a:lnTo>
                  <a:pt x="1438780" y="0"/>
                </a:lnTo>
                <a:lnTo>
                  <a:pt x="1438780" y="1544998"/>
                </a:lnTo>
                <a:lnTo>
                  <a:pt x="0" y="1544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38417" y="23898"/>
            <a:ext cx="4349583" cy="1764244"/>
          </a:xfrm>
          <a:custGeom>
            <a:avLst/>
            <a:gdLst/>
            <a:ahLst/>
            <a:cxnLst/>
            <a:rect r="r" b="b" t="t" l="l"/>
            <a:pathLst>
              <a:path h="1764244" w="4349583">
                <a:moveTo>
                  <a:pt x="0" y="0"/>
                </a:moveTo>
                <a:lnTo>
                  <a:pt x="4349583" y="0"/>
                </a:lnTo>
                <a:lnTo>
                  <a:pt x="4349583" y="1764244"/>
                </a:lnTo>
                <a:lnTo>
                  <a:pt x="0" y="17642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1970069"/>
            <a:ext cx="18288000" cy="7498080"/>
          </a:xfrm>
          <a:custGeom>
            <a:avLst/>
            <a:gdLst/>
            <a:ahLst/>
            <a:cxnLst/>
            <a:rect r="r" b="b" t="t" l="l"/>
            <a:pathLst>
              <a:path h="7498080" w="18288000">
                <a:moveTo>
                  <a:pt x="0" y="0"/>
                </a:moveTo>
                <a:lnTo>
                  <a:pt x="18288000" y="0"/>
                </a:lnTo>
                <a:lnTo>
                  <a:pt x="18288000" y="7498080"/>
                </a:lnTo>
                <a:lnTo>
                  <a:pt x="0" y="7498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60394" y="-161754"/>
            <a:ext cx="5090922" cy="141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3"/>
              </a:lnSpc>
            </a:pPr>
            <a:r>
              <a:rPr lang="en-US" sz="7395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HARDEN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69919" y="1049895"/>
            <a:ext cx="7975877" cy="45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92"/>
              </a:lnSpc>
              <a:spcBef>
                <a:spcPct val="0"/>
              </a:spcBef>
            </a:pPr>
            <a:r>
              <a:rPr lang="en-US" sz="2423" strike="noStrike" u="none">
                <a:solidFill>
                  <a:srgbClr val="050506"/>
                </a:solidFill>
                <a:latin typeface="Bugaki"/>
                <a:ea typeface="Bugaki"/>
                <a:cs typeface="Bugaki"/>
                <a:sym typeface="Bugaki"/>
              </a:rPr>
              <a:t>Linux Audit, Hardening </a:t>
            </a:r>
            <a:r>
              <a:rPr lang="en-US" sz="2423" strike="noStrike" u="none">
                <a:solidFill>
                  <a:srgbClr val="050506"/>
                </a:solidFill>
                <a:latin typeface="Bugaki"/>
                <a:ea typeface="Bugaki"/>
                <a:cs typeface="Bugaki"/>
                <a:sym typeface="Bugaki"/>
              </a:rPr>
              <a:t>&amp; Remediation Suite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51316" y="616"/>
            <a:ext cx="1985367" cy="113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15"/>
              </a:lnSpc>
              <a:spcBef>
                <a:spcPct val="0"/>
              </a:spcBef>
            </a:pPr>
            <a:r>
              <a:rPr lang="en-US" sz="5939" strike="noStrike" u="none">
                <a:solidFill>
                  <a:srgbClr val="1D7FCB"/>
                </a:solidFill>
                <a:latin typeface="Bugaki"/>
                <a:ea typeface="Bugaki"/>
                <a:cs typeface="Bugaki"/>
                <a:sym typeface="Bugaki"/>
              </a:rPr>
              <a:t>V4.0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8326" y="9542602"/>
            <a:ext cx="683560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D7F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EQUIPE: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NAJDI - SOUIHLA - MAJOCH - EL KATALI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D7F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ENCADRÉ PAR: 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PR ABDELLAH OUAGUID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23632" y="9542602"/>
            <a:ext cx="4976914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b="true" sz="1800">
                <a:solidFill>
                  <a:srgbClr val="1D7F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MODULE:  </a:t>
            </a:r>
            <a:r>
              <a:rPr lang="en-US" sz="18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Systèmes d'exploitation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D7F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ANNÉE: 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2025-2026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84309" y="1606214"/>
            <a:ext cx="827924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34F85"/>
                </a:solidFill>
                <a:latin typeface="Germania One"/>
                <a:ea typeface="Germania One"/>
                <a:cs typeface="Germania One"/>
                <a:sym typeface="Germania One"/>
              </a:rPr>
              <a:t>AUTOMATISEZ L’AUDIT DE SECURITÉ LINUX, DÉTECTER LES RISQUES; APPLIQUEZ LES CORRECTIFS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49733" y="9856927"/>
            <a:ext cx="329606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D7F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GITHUB</a:t>
            </a:r>
            <a:r>
              <a:rPr lang="en-US" b="true" sz="1800">
                <a:solidFill>
                  <a:srgbClr val="1D7F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</a:t>
            </a:r>
            <a:r>
              <a:rPr lang="en-US" b="true" sz="1800" u="sng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7" tooltip="https://github.com/YassMine06/os_project.git"/>
              </a:rPr>
              <a:t>OS_PROJECT.GIT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DAHJjkzQT5k</dc:identifier>
  <dcterms:modified xsi:type="dcterms:W3CDTF">2011-08-01T06:04:30Z</dcterms:modified>
  <cp:revision>1</cp:revision>
  <dc:title>ppt os project</dc:title>
</cp:coreProperties>
</file>